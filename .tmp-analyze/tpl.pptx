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73" r:id="rId4"/>
    <p:sldId id="258" r:id="rId5"/>
    <p:sldId id="263" r:id="rId6"/>
    <p:sldId id="259" r:id="rId7"/>
    <p:sldId id="260" r:id="rId8"/>
    <p:sldId id="27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D79"/>
    <a:srgbClr val="999A9A"/>
    <a:srgbClr val="37B5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94674"/>
  </p:normalViewPr>
  <p:slideViewPr>
    <p:cSldViewPr snapToGrid="0" snapToObjects="1" showGuides="1">
      <p:cViewPr varScale="1">
        <p:scale>
          <a:sx n="87" d="100"/>
          <a:sy n="87" d="100"/>
        </p:scale>
        <p:origin x="22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5E954-5473-014B-A0F8-681A04B97F5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5D080-7FF3-6447-8945-351C05A48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441DC-1253-CF40-BB1B-953B721ACC7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85C6D-2854-0F4A-B6AF-55B480F4755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022957" y="2331415"/>
            <a:ext cx="10146083" cy="1142544"/>
          </a:xfrm>
        </p:spPr>
        <p:txBody>
          <a:bodyPr anchor="b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欢迎来到昆佰泰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3999" y="4037451"/>
            <a:ext cx="9144000" cy="1142545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We Go Fast, You Go Forward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0255" y="620081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6D09BD2-3D7C-9743-8553-72BD85942498}" type="datetime1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555283" y="6200484"/>
            <a:ext cx="4114800" cy="365125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/>
              <a:t>www.quintarabio.com</a:t>
            </a:r>
            <a:endParaRPr kumimoji="1" lang="zh-CN" altLang="en-US" dirty="0"/>
          </a:p>
        </p:txBody>
      </p:sp>
      <p:pic>
        <p:nvPicPr>
          <p:cNvPr id="10" name="图片 9"/>
          <p:cNvPicPr preferRelativeResize="0"/>
          <p:nvPr userDrawn="1"/>
        </p:nvPicPr>
        <p:blipFill>
          <a:blip r:embed="rId3"/>
          <a:stretch>
            <a:fillRect/>
          </a:stretch>
        </p:blipFill>
        <p:spPr>
          <a:xfrm>
            <a:off x="1614871" y="3696245"/>
            <a:ext cx="8928000" cy="18859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0255" y="366148"/>
            <a:ext cx="2654300" cy="850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底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022957" y="1838227"/>
            <a:ext cx="7036961" cy="1635732"/>
          </a:xfrm>
        </p:spPr>
        <p:txBody>
          <a:bodyPr anchor="b">
            <a:noAutofit/>
          </a:bodyPr>
          <a:lstStyle>
            <a:lvl1pPr algn="l">
              <a:defRPr sz="80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谢谢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22957" y="4037451"/>
            <a:ext cx="7187579" cy="1142545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We Go Fast, You Go Forward</a:t>
            </a:r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555283" y="6200484"/>
            <a:ext cx="4114800" cy="365125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/>
              <a:t>www.quintarabio.com</a:t>
            </a:r>
            <a:endParaRPr kumimoji="1" lang="zh-CN" altLang="en-US" dirty="0"/>
          </a:p>
        </p:txBody>
      </p:sp>
      <p:pic>
        <p:nvPicPr>
          <p:cNvPr id="9" name="图片 8"/>
          <p:cNvPicPr preferRelativeResize="0"/>
          <p:nvPr userDrawn="1"/>
        </p:nvPicPr>
        <p:blipFill>
          <a:blip r:embed="rId3"/>
          <a:stretch>
            <a:fillRect/>
          </a:stretch>
        </p:blipFill>
        <p:spPr>
          <a:xfrm>
            <a:off x="758536" y="3680022"/>
            <a:ext cx="7452000" cy="10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15783" y="405658"/>
            <a:ext cx="2654300" cy="850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94653" y="2784822"/>
            <a:ext cx="10146083" cy="818728"/>
          </a:xfrm>
        </p:spPr>
        <p:txBody>
          <a:bodyPr anchor="b">
            <a:noAutofit/>
          </a:bodyPr>
          <a:lstStyle>
            <a:lvl1pPr algn="l">
              <a:defRPr sz="56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欢迎来到昆佰泰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94653" y="3992600"/>
            <a:ext cx="9144000" cy="444319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We Go Fast, You Go Forward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0255" y="620081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323A1C6-7EF3-0348-A72D-AE8866A0FCDA}" type="datetime1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555283" y="6200484"/>
            <a:ext cx="4114800" cy="365125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/>
              <a:t>www.quintarabio.com</a:t>
            </a:r>
            <a:endParaRPr kumimoji="1" lang="zh-CN" altLang="en-US" dirty="0"/>
          </a:p>
        </p:txBody>
      </p:sp>
      <p:pic>
        <p:nvPicPr>
          <p:cNvPr id="13" name="图片 12"/>
          <p:cNvPicPr preferRelativeResize="0"/>
          <p:nvPr userDrawn="1"/>
        </p:nvPicPr>
        <p:blipFill>
          <a:blip r:embed="rId3"/>
          <a:stretch>
            <a:fillRect/>
          </a:stretch>
        </p:blipFill>
        <p:spPr>
          <a:xfrm>
            <a:off x="594654" y="3744075"/>
            <a:ext cx="7776000" cy="10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4653" y="345123"/>
            <a:ext cx="2654300" cy="850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底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91951" y="1958487"/>
            <a:ext cx="10246067" cy="1703630"/>
          </a:xfrm>
        </p:spPr>
        <p:txBody>
          <a:bodyPr anchor="b">
            <a:noAutofit/>
          </a:bodyPr>
          <a:lstStyle>
            <a:lvl1pPr algn="r">
              <a:defRPr sz="80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谢谢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294018" y="4010527"/>
            <a:ext cx="9144000" cy="444319"/>
          </a:xfrm>
        </p:spPr>
        <p:txBody>
          <a:bodyPr>
            <a:no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We Go Fast, You Go Forward</a:t>
            </a:r>
            <a:endParaRPr kumimoji="1"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58536" y="6269779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 err="1"/>
              <a:t>www.quintarabio.com</a:t>
            </a:r>
            <a:endParaRPr kumimoji="1" lang="zh-CN" altLang="en-US" dirty="0"/>
          </a:p>
        </p:txBody>
      </p:sp>
      <p:pic>
        <p:nvPicPr>
          <p:cNvPr id="9" name="图片 8"/>
          <p:cNvPicPr preferRelativeResize="0"/>
          <p:nvPr userDrawn="1"/>
        </p:nvPicPr>
        <p:blipFill>
          <a:blip r:embed="rId3"/>
          <a:stretch>
            <a:fillRect/>
          </a:stretch>
        </p:blipFill>
        <p:spPr>
          <a:xfrm>
            <a:off x="4094018" y="3662117"/>
            <a:ext cx="7344000" cy="144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4653" y="345123"/>
            <a:ext cx="2654300" cy="850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2781728"/>
            <a:ext cx="10146083" cy="818728"/>
          </a:xfrm>
        </p:spPr>
        <p:txBody>
          <a:bodyPr anchor="b">
            <a:noAutofit/>
          </a:bodyPr>
          <a:lstStyle>
            <a:lvl1pPr algn="r">
              <a:defRPr sz="56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欢迎来到昆佰泰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26083" y="3989506"/>
            <a:ext cx="9144000" cy="444319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We Go Fast, You Go Forward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0255" y="6200810"/>
            <a:ext cx="274320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7556209-D55D-C040-867C-8FC7153EC0E2}" type="datetime1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555283" y="6200484"/>
            <a:ext cx="4114800" cy="365125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/>
              <a:t>www.quintarabio.com</a:t>
            </a:r>
            <a:endParaRPr kumimoji="1" lang="zh-CN" altLang="en-US" dirty="0"/>
          </a:p>
        </p:txBody>
      </p:sp>
      <p:pic>
        <p:nvPicPr>
          <p:cNvPr id="10" name="图片 9"/>
          <p:cNvPicPr preferRelativeResize="0"/>
          <p:nvPr userDrawn="1"/>
        </p:nvPicPr>
        <p:blipFill>
          <a:blip r:embed="rId3"/>
          <a:stretch>
            <a:fillRect/>
          </a:stretch>
        </p:blipFill>
        <p:spPr>
          <a:xfrm>
            <a:off x="3775283" y="3744075"/>
            <a:ext cx="7776000" cy="10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15783" y="405658"/>
            <a:ext cx="2654300" cy="850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底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8953" y="1958487"/>
            <a:ext cx="10246067" cy="1703630"/>
          </a:xfrm>
        </p:spPr>
        <p:txBody>
          <a:bodyPr anchor="b">
            <a:noAutofit/>
          </a:bodyPr>
          <a:lstStyle>
            <a:lvl1pPr algn="l">
              <a:defRPr sz="80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谢谢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08953" y="4010527"/>
            <a:ext cx="9144000" cy="444319"/>
          </a:xfrm>
        </p:spPr>
        <p:txBody>
          <a:bodyPr>
            <a:no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We Go Fast, You Go Forward</a:t>
            </a:r>
            <a:endParaRPr kumimoji="1" lang="zh-CN" altLang="en-US" dirty="0"/>
          </a:p>
        </p:txBody>
      </p:sp>
      <p:pic>
        <p:nvPicPr>
          <p:cNvPr id="9" name="图片 8"/>
          <p:cNvPicPr preferRelativeResize="0"/>
          <p:nvPr userDrawn="1"/>
        </p:nvPicPr>
        <p:blipFill>
          <a:blip r:embed="rId3"/>
          <a:stretch>
            <a:fillRect/>
          </a:stretch>
        </p:blipFill>
        <p:spPr>
          <a:xfrm>
            <a:off x="708953" y="3764322"/>
            <a:ext cx="7344000" cy="144000"/>
          </a:xfrm>
          <a:prstGeom prst="rect">
            <a:avLst/>
          </a:prstGeom>
        </p:spPr>
      </p:pic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555283" y="6200484"/>
            <a:ext cx="4114800" cy="365125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/>
              <a:t>www.quintarabio.com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15783" y="405658"/>
            <a:ext cx="2654300" cy="850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7347" y="601681"/>
            <a:ext cx="10515600" cy="1133475"/>
          </a:xfrm>
        </p:spPr>
        <p:txBody>
          <a:bodyPr anchor="b"/>
          <a:lstStyle>
            <a:lvl1pPr>
              <a:defRPr sz="60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77346" y="1889056"/>
            <a:ext cx="5945968" cy="1500187"/>
          </a:xfrm>
        </p:spPr>
        <p:txBody>
          <a:bodyPr>
            <a:normAutofit/>
          </a:bodyPr>
          <a:lstStyle>
            <a:lvl1pPr marL="0" indent="0">
              <a:buNone/>
              <a:defRPr sz="22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昆佰泰为生命科学界提供最好的基因测序服务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9781200" y="4392001"/>
            <a:ext cx="23544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 Narrow" panose="020B0606020202030204" pitchFamily="34" charset="0"/>
              </a:rPr>
              <a:t>01</a:t>
            </a:r>
            <a:endParaRPr kumimoji="1" lang="zh-CN" altLang="en-US" sz="150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 Narrow" panose="020B060602020203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973" y="799199"/>
            <a:ext cx="159488" cy="5510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1073" y="4156856"/>
            <a:ext cx="10515600" cy="1133475"/>
          </a:xfrm>
        </p:spPr>
        <p:txBody>
          <a:bodyPr anchor="b"/>
          <a:lstStyle>
            <a:lvl1pPr>
              <a:defRPr sz="60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91073" y="5444231"/>
            <a:ext cx="5877318" cy="946347"/>
          </a:xfrm>
        </p:spPr>
        <p:txBody>
          <a:bodyPr>
            <a:normAutofit/>
          </a:bodyPr>
          <a:lstStyle>
            <a:lvl1pPr marL="0" indent="0">
              <a:buNone/>
              <a:defRPr sz="22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昆佰泰为生命科学界提供最好的基因测序服务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9537793" y="0"/>
            <a:ext cx="23544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 Narrow" panose="020B0606020202030204" pitchFamily="34" charset="0"/>
              </a:rPr>
              <a:t>02</a:t>
            </a:r>
            <a:endParaRPr kumimoji="1" lang="zh-CN" altLang="en-US" sz="150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 Narrow" panose="020B060602020203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972" y="799199"/>
            <a:ext cx="165129" cy="57056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1073" y="520057"/>
            <a:ext cx="10515600" cy="1133475"/>
          </a:xfrm>
        </p:spPr>
        <p:txBody>
          <a:bodyPr anchor="b"/>
          <a:lstStyle>
            <a:lvl1pPr>
              <a:defRPr sz="60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91073" y="1807432"/>
            <a:ext cx="6072336" cy="946347"/>
          </a:xfrm>
        </p:spPr>
        <p:txBody>
          <a:bodyPr>
            <a:normAutofit/>
          </a:bodyPr>
          <a:lstStyle>
            <a:lvl1pPr marL="0" indent="0">
              <a:buNone/>
              <a:defRPr sz="22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昆佰泰为生命科学界提供最好的基因测序服务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9424628" y="4104221"/>
            <a:ext cx="23544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 Narrow" panose="020B0606020202030204" pitchFamily="34" charset="0"/>
              </a:rPr>
              <a:t>03</a:t>
            </a:r>
            <a:endParaRPr kumimoji="1" lang="zh-CN" altLang="en-US" sz="150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 Narrow" panose="020B060602020203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972" y="799199"/>
            <a:ext cx="165129" cy="57056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1073" y="2187041"/>
            <a:ext cx="10515600" cy="1133475"/>
          </a:xfrm>
        </p:spPr>
        <p:txBody>
          <a:bodyPr anchor="b"/>
          <a:lstStyle>
            <a:lvl1pPr>
              <a:defRPr sz="60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91074" y="3474416"/>
            <a:ext cx="5932240" cy="946347"/>
          </a:xfrm>
        </p:spPr>
        <p:txBody>
          <a:bodyPr>
            <a:normAutofit/>
          </a:bodyPr>
          <a:lstStyle>
            <a:lvl1pPr marL="0" indent="0">
              <a:buNone/>
              <a:defRPr sz="22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昆佰泰为生命科学界提供最好的基因测序服务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9424628" y="4104221"/>
            <a:ext cx="23544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 Narrow" panose="020B0606020202030204" pitchFamily="34" charset="0"/>
              </a:rPr>
              <a:t>04</a:t>
            </a:r>
            <a:endParaRPr kumimoji="1" lang="zh-CN" altLang="en-US" sz="150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 Narrow" panose="020B060602020203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972" y="799199"/>
            <a:ext cx="165129" cy="57056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（浅色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1579" y="204475"/>
            <a:ext cx="9736473" cy="404394"/>
          </a:xfrm>
        </p:spPr>
        <p:txBody>
          <a:bodyPr>
            <a:noAutofit/>
          </a:bodyPr>
          <a:lstStyle>
            <a:lvl1pPr>
              <a:defRPr sz="2600" b="1" i="0">
                <a:solidFill>
                  <a:srgbClr val="273D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1579" y="818214"/>
            <a:ext cx="5157787" cy="317883"/>
          </a:xfr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rgbClr val="999A9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579" y="1523860"/>
            <a:ext cx="10931156" cy="4259256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pic>
        <p:nvPicPr>
          <p:cNvPr id="14" name="图片 13"/>
          <p:cNvPicPr preferRelativeResize="0"/>
          <p:nvPr userDrawn="1"/>
        </p:nvPicPr>
        <p:blipFill>
          <a:blip r:embed="rId3"/>
          <a:stretch>
            <a:fillRect/>
          </a:stretch>
        </p:blipFill>
        <p:spPr>
          <a:xfrm>
            <a:off x="286030" y="718321"/>
            <a:ext cx="11844000" cy="288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525" y="157781"/>
            <a:ext cx="558104" cy="1066229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92305" y="0"/>
            <a:ext cx="12394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14186" y="190252"/>
            <a:ext cx="1231985" cy="394944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102971" y="6373607"/>
            <a:ext cx="2743200" cy="365125"/>
          </a:xfrm>
        </p:spPr>
        <p:txBody>
          <a:bodyPr/>
          <a:lstStyle>
            <a:lvl1pPr algn="r">
              <a:defRPr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2721A3-3284-2A49-8B45-3AE0154FCA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（浅色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1579" y="204475"/>
            <a:ext cx="9736473" cy="404394"/>
          </a:xfrm>
        </p:spPr>
        <p:txBody>
          <a:bodyPr>
            <a:noAutofit/>
          </a:bodyPr>
          <a:lstStyle>
            <a:lvl1pPr>
              <a:defRPr sz="2600" b="1" i="0">
                <a:solidFill>
                  <a:srgbClr val="273D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1579" y="818214"/>
            <a:ext cx="5157787" cy="317883"/>
          </a:xfr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rgbClr val="999A9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pic>
        <p:nvPicPr>
          <p:cNvPr id="14" name="图片 13"/>
          <p:cNvPicPr preferRelativeResize="0"/>
          <p:nvPr userDrawn="1"/>
        </p:nvPicPr>
        <p:blipFill>
          <a:blip r:embed="rId3"/>
          <a:stretch>
            <a:fillRect/>
          </a:stretch>
        </p:blipFill>
        <p:spPr>
          <a:xfrm>
            <a:off x="286030" y="718321"/>
            <a:ext cx="11844000" cy="288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525" y="157781"/>
            <a:ext cx="558104" cy="1066229"/>
          </a:xfrm>
          <a:prstGeom prst="rect">
            <a:avLst/>
          </a:prstGeom>
        </p:spPr>
      </p:pic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631825" y="1524000"/>
            <a:ext cx="5057775" cy="4292600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5905500" y="1511300"/>
            <a:ext cx="5654675" cy="434340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92305" y="0"/>
            <a:ext cx="12394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14186" y="190252"/>
            <a:ext cx="1231985" cy="394944"/>
          </a:xfrm>
          <a:prstGeom prst="rect">
            <a:avLst/>
          </a:prstGeom>
        </p:spPr>
      </p:pic>
      <p:sp>
        <p:nvSpPr>
          <p:cNvPr id="13" name="灯片编号占位符 6"/>
          <p:cNvSpPr>
            <a:spLocks noGrp="1"/>
          </p:cNvSpPr>
          <p:nvPr>
            <p:ph type="sldNum" sz="quarter" idx="14"/>
          </p:nvPr>
        </p:nvSpPr>
        <p:spPr>
          <a:xfrm>
            <a:off x="9102971" y="6373607"/>
            <a:ext cx="2743200" cy="365125"/>
          </a:xfrm>
        </p:spPr>
        <p:txBody>
          <a:bodyPr/>
          <a:lstStyle>
            <a:lvl1pPr algn="r">
              <a:defRPr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2721A3-3284-2A49-8B45-3AE0154FCA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（浅色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1579" y="204475"/>
            <a:ext cx="9736473" cy="404394"/>
          </a:xfrm>
        </p:spPr>
        <p:txBody>
          <a:bodyPr>
            <a:noAutofit/>
          </a:bodyPr>
          <a:lstStyle>
            <a:lvl1pPr>
              <a:defRPr sz="2600" b="1" i="0">
                <a:solidFill>
                  <a:srgbClr val="273D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1579" y="818214"/>
            <a:ext cx="5157787" cy="317883"/>
          </a:xfr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rgbClr val="999A9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579" y="1523860"/>
            <a:ext cx="10931156" cy="4259256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pic>
        <p:nvPicPr>
          <p:cNvPr id="14" name="图片 13"/>
          <p:cNvPicPr preferRelativeResize="0"/>
          <p:nvPr userDrawn="1"/>
        </p:nvPicPr>
        <p:blipFill>
          <a:blip r:embed="rId3"/>
          <a:stretch>
            <a:fillRect/>
          </a:stretch>
        </p:blipFill>
        <p:spPr>
          <a:xfrm>
            <a:off x="286030" y="718321"/>
            <a:ext cx="11844000" cy="288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525" y="157781"/>
            <a:ext cx="558104" cy="106622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92305" y="0"/>
            <a:ext cx="12394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14186" y="190252"/>
            <a:ext cx="1231985" cy="394944"/>
          </a:xfrm>
          <a:prstGeom prst="rect">
            <a:avLst/>
          </a:prstGeom>
        </p:spPr>
      </p:pic>
      <p:sp>
        <p:nvSpPr>
          <p:cNvPr id="1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102971" y="6373607"/>
            <a:ext cx="2743200" cy="365125"/>
          </a:xfrm>
        </p:spPr>
        <p:txBody>
          <a:bodyPr/>
          <a:lstStyle>
            <a:lvl1pPr algn="r">
              <a:defRPr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2721A3-3284-2A49-8B45-3AE0154FCA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（深色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525" y="151431"/>
            <a:ext cx="558104" cy="1082888"/>
          </a:xfrm>
          <a:prstGeom prst="rect">
            <a:avLst/>
          </a:prstGeom>
        </p:spPr>
      </p:pic>
      <p:pic>
        <p:nvPicPr>
          <p:cNvPr id="9" name="图片 8"/>
          <p:cNvPicPr preferRelativeResize="0"/>
          <p:nvPr userDrawn="1"/>
        </p:nvPicPr>
        <p:blipFill>
          <a:blip r:embed="rId4"/>
          <a:stretch>
            <a:fillRect/>
          </a:stretch>
        </p:blipFill>
        <p:spPr>
          <a:xfrm>
            <a:off x="286030" y="720065"/>
            <a:ext cx="11880000" cy="28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31579" y="204475"/>
            <a:ext cx="9824386" cy="404394"/>
          </a:xfrm>
        </p:spPr>
        <p:txBody>
          <a:bodyPr>
            <a:noAutofit/>
          </a:bodyPr>
          <a:lstStyle>
            <a:lvl1pPr>
              <a:defRPr sz="26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1579" y="818214"/>
            <a:ext cx="5157787" cy="317883"/>
          </a:xfr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579" y="1544642"/>
            <a:ext cx="10931156" cy="42592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92305" y="0"/>
            <a:ext cx="12394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14186" y="195434"/>
            <a:ext cx="1231985" cy="394942"/>
          </a:xfrm>
          <a:prstGeom prst="rect">
            <a:avLst/>
          </a:prstGeom>
        </p:spPr>
      </p:pic>
      <p:sp>
        <p:nvSpPr>
          <p:cNvPr id="1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102971" y="6373607"/>
            <a:ext cx="27432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2721A3-3284-2A49-8B45-3AE0154FCA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（深色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525" y="151431"/>
            <a:ext cx="558104" cy="1082888"/>
          </a:xfrm>
          <a:prstGeom prst="rect">
            <a:avLst/>
          </a:prstGeom>
        </p:spPr>
      </p:pic>
      <p:pic>
        <p:nvPicPr>
          <p:cNvPr id="9" name="图片 8"/>
          <p:cNvPicPr preferRelativeResize="0"/>
          <p:nvPr userDrawn="1"/>
        </p:nvPicPr>
        <p:blipFill>
          <a:blip r:embed="rId4"/>
          <a:stretch>
            <a:fillRect/>
          </a:stretch>
        </p:blipFill>
        <p:spPr>
          <a:xfrm>
            <a:off x="286030" y="720065"/>
            <a:ext cx="11880000" cy="28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31579" y="204475"/>
            <a:ext cx="10515600" cy="404394"/>
          </a:xfrm>
        </p:spPr>
        <p:txBody>
          <a:bodyPr>
            <a:noAutofit/>
          </a:bodyPr>
          <a:lstStyle>
            <a:lvl1pPr>
              <a:defRPr sz="26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1579" y="818214"/>
            <a:ext cx="5157787" cy="317883"/>
          </a:xfr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579" y="1544642"/>
            <a:ext cx="10931156" cy="42592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92305" y="0"/>
            <a:ext cx="12394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14186" y="195434"/>
            <a:ext cx="1231985" cy="394942"/>
          </a:xfrm>
          <a:prstGeom prst="rect">
            <a:avLst/>
          </a:prstGeom>
        </p:spPr>
      </p:pic>
      <p:sp>
        <p:nvSpPr>
          <p:cNvPr id="15" name="灯片编号占位符 6"/>
          <p:cNvSpPr txBox="1"/>
          <p:nvPr userDrawn="1"/>
        </p:nvSpPr>
        <p:spPr>
          <a:xfrm>
            <a:off x="9102971" y="63736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62721A3-3284-2A49-8B45-3AE0154FCA96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（深色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525" y="151431"/>
            <a:ext cx="558104" cy="1082888"/>
          </a:xfrm>
          <a:prstGeom prst="rect">
            <a:avLst/>
          </a:prstGeom>
        </p:spPr>
      </p:pic>
      <p:pic>
        <p:nvPicPr>
          <p:cNvPr id="9" name="图片 8"/>
          <p:cNvPicPr preferRelativeResize="0"/>
          <p:nvPr userDrawn="1"/>
        </p:nvPicPr>
        <p:blipFill>
          <a:blip r:embed="rId4"/>
          <a:stretch>
            <a:fillRect/>
          </a:stretch>
        </p:blipFill>
        <p:spPr>
          <a:xfrm>
            <a:off x="286030" y="720065"/>
            <a:ext cx="11880000" cy="28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31579" y="204475"/>
            <a:ext cx="10515600" cy="404394"/>
          </a:xfrm>
        </p:spPr>
        <p:txBody>
          <a:bodyPr>
            <a:noAutofit/>
          </a:bodyPr>
          <a:lstStyle>
            <a:lvl1pPr>
              <a:defRPr sz="26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1579" y="818214"/>
            <a:ext cx="5157787" cy="317883"/>
          </a:xfr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579" y="1544642"/>
            <a:ext cx="10931156" cy="42592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92305" y="0"/>
            <a:ext cx="12394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14186" y="195434"/>
            <a:ext cx="1231985" cy="394942"/>
          </a:xfrm>
          <a:prstGeom prst="rect">
            <a:avLst/>
          </a:prstGeom>
        </p:spPr>
      </p:pic>
      <p:sp>
        <p:nvSpPr>
          <p:cNvPr id="1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102971" y="6373607"/>
            <a:ext cx="27432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2721A3-3284-2A49-8B45-3AE0154FCA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（深色）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525" y="151431"/>
            <a:ext cx="558104" cy="1082888"/>
          </a:xfrm>
          <a:prstGeom prst="rect">
            <a:avLst/>
          </a:prstGeom>
        </p:spPr>
      </p:pic>
      <p:pic>
        <p:nvPicPr>
          <p:cNvPr id="9" name="图片 8"/>
          <p:cNvPicPr preferRelativeResize="0"/>
          <p:nvPr userDrawn="1"/>
        </p:nvPicPr>
        <p:blipFill>
          <a:blip r:embed="rId4"/>
          <a:stretch>
            <a:fillRect/>
          </a:stretch>
        </p:blipFill>
        <p:spPr>
          <a:xfrm>
            <a:off x="286030" y="720065"/>
            <a:ext cx="11880000" cy="28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31579" y="204475"/>
            <a:ext cx="10515600" cy="404394"/>
          </a:xfrm>
        </p:spPr>
        <p:txBody>
          <a:bodyPr>
            <a:noAutofit/>
          </a:bodyPr>
          <a:lstStyle>
            <a:lvl1pPr>
              <a:defRPr sz="26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1579" y="818214"/>
            <a:ext cx="5157787" cy="317883"/>
          </a:xfr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579" y="1544642"/>
            <a:ext cx="10931156" cy="42592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92305" y="0"/>
            <a:ext cx="12394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14186" y="195434"/>
            <a:ext cx="1231985" cy="394942"/>
          </a:xfrm>
          <a:prstGeom prst="rect">
            <a:avLst/>
          </a:prstGeom>
        </p:spPr>
      </p:pic>
      <p:sp>
        <p:nvSpPr>
          <p:cNvPr id="1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102971" y="6373607"/>
            <a:ext cx="27432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2721A3-3284-2A49-8B45-3AE0154FCA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8C1A0-3A59-E24C-9E4B-DC217FDAA37C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CN"/>
              <a:t>www.quintarabio.com</a:t>
            </a:r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721A3-3284-2A49-8B45-3AE0154FCA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www.quintarabio.com</a:t>
            </a:r>
            <a:endParaRPr kumimoji="1"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D1AF7-7B58-F24C-A5CF-EC213F6821E4}" type="datetime1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1579" y="204475"/>
            <a:ext cx="10515600" cy="404394"/>
          </a:xfrm>
        </p:spPr>
        <p:txBody>
          <a:bodyPr>
            <a:noAutofit/>
          </a:bodyPr>
          <a:lstStyle/>
          <a:p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1A3-3284-2A49-8B45-3AE0154FCA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www.quintarabio.com</a:t>
            </a:r>
            <a:endParaRPr kumimoji="1"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昆佰泰自定义颜色">
      <a:dk1>
        <a:srgbClr val="1A1A1A"/>
      </a:dk1>
      <a:lt1>
        <a:srgbClr val="FFFFFF"/>
      </a:lt1>
      <a:dk2>
        <a:srgbClr val="15A590"/>
      </a:dk2>
      <a:lt2>
        <a:srgbClr val="FFFFFF"/>
      </a:lt2>
      <a:accent1>
        <a:srgbClr val="15A590"/>
      </a:accent1>
      <a:accent2>
        <a:srgbClr val="273C79"/>
      </a:accent2>
      <a:accent3>
        <a:srgbClr val="3371A7"/>
      </a:accent3>
      <a:accent4>
        <a:srgbClr val="5C3C86"/>
      </a:accent4>
      <a:accent5>
        <a:srgbClr val="D3D3D3"/>
      </a:accent5>
      <a:accent6>
        <a:srgbClr val="A0A0A0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演示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 Light</vt:lpstr>
      <vt:lpstr>Arial Narrow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GJZ</cp:lastModifiedBy>
  <cp:revision>32</cp:revision>
  <dcterms:created xsi:type="dcterms:W3CDTF">2025-01-08T02:01:00Z</dcterms:created>
  <dcterms:modified xsi:type="dcterms:W3CDTF">2025-02-28T06:06:36Z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73FF10A3E9B146F2BA3D24538FB41550_12</vt:lpwstr>
  </property>
  <property fmtid="{D5CDD505-2E9C-101B-9397-08002B2CF9AE}" pid="3" name="KSOProductBuildVer">
    <vt:lpwstr>2052-12.1.0.20305</vt:lpwstr>
  </property>
</Properties>
</file>